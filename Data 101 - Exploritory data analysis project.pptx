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3c3bfd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3c3bfd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3c3bfdc5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3c3bfdc5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3c3bfdc5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3c3bfdc5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3c3bfdc5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3c3bfdc5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3c3bfdc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3c3bfdc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3c3bfdc5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3c3bfdc5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3c3bfdc5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3c3bfdc5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3c3bfdc5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3c3bfdc5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3c3bfdc5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3c3bfdc5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3c3bfdc5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3c3bfdc5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3c3bfdc5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3c3bfdc5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ata.cityofnewyork.us/Public-Safety/Motor-Vehicle-Collisions-Crashes/h9gi-nx95/about_dat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NYC Motor Vehicle Collisions Analysis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Kelvin Nguyen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101 - Section 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9/25/2025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Source: NYC Open Data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Dataset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Source: NYC Open Data - Motor Vehicle Collisions -&gt;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Motor Vehicle Collisions - Crashes | NYC Open Data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Each row = one collision event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Covers all 5 boroughs of NYC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Contains hundreds of thousands of records (large dataset)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Time range: multiple years of collision data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Format: CSV file with an estimated 2 million rows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Attributes and Motivation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Important Columns:</a:t>
            </a:r>
            <a:endParaRPr>
              <a:solidFill>
                <a:schemeClr val="dk1"/>
              </a:solidFill>
            </a:endParaRPr>
          </a:p>
          <a:p>
            <a:pPr indent="-292576" lvl="0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Borough - location of collision</a:t>
            </a:r>
            <a:endParaRPr>
              <a:solidFill>
                <a:schemeClr val="dk1"/>
              </a:solidFill>
            </a:endParaRPr>
          </a:p>
          <a:p>
            <a:pPr indent="-292576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Number_of_persons_injured - injury count</a:t>
            </a:r>
            <a:endParaRPr>
              <a:solidFill>
                <a:schemeClr val="dk1"/>
              </a:solidFill>
            </a:endParaRPr>
          </a:p>
          <a:p>
            <a:pPr indent="-292576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Number_of_persons_killed - fatality count</a:t>
            </a:r>
            <a:endParaRPr>
              <a:solidFill>
                <a:schemeClr val="dk1"/>
              </a:solidFill>
            </a:endParaRPr>
          </a:p>
          <a:p>
            <a:pPr indent="-292576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Crash_date, Crash_time - when it happened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Why interesting:</a:t>
            </a:r>
            <a:endParaRPr>
              <a:solidFill>
                <a:schemeClr val="dk1"/>
              </a:solidFill>
            </a:endParaRPr>
          </a:p>
          <a:p>
            <a:pPr indent="-292576" lvl="0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Helps study traffic safety and risk patterns</a:t>
            </a:r>
            <a:endParaRPr>
              <a:solidFill>
                <a:schemeClr val="dk1"/>
              </a:solidFill>
            </a:endParaRPr>
          </a:p>
          <a:p>
            <a:pPr indent="-292576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Useful for urban planning and accident prevention</a:t>
            </a:r>
            <a:endParaRPr>
              <a:solidFill>
                <a:schemeClr val="dk1"/>
              </a:solidFill>
            </a:endParaRPr>
          </a:p>
          <a:p>
            <a:pPr indent="-292576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Allows us to explore patterns in collisions and identify factors that lead to injuries or fatalities in NYC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Stats - Persons Injured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Mean: 0.33 persons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Median: 0 persons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Standard Deviation: 0.71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Interquartile Range (IQR):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Most crashes cause no injuries (median = 0, IQR = 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mean is slightly higher than 0, meaning a few crashes with injuries raise the average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Most collisions result in no injuries, but some collisions involve many people, which raises the mean above the median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Stats - Persons Killed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Mean: 0.0016 persons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Median: 0 persons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Standard Deviation: 0.042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Maximum: 8 persons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Almost all crashes cause zero fatalities (median = 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maximum of 8 shows rare but severe accidents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Fatalities are rare, with the median at 0, indicating that most collisions are non-fatal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Collisions by Borough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831075" y="1152475"/>
            <a:ext cx="400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Brooklyn and Queens show the highest number of collisions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Staten Island has the fewest collisions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Distribution reflects borough population and traffic density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Brooklyn has the highest number of collisions, while Staten Island has the fewest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6" name="Google Shape;96;p18" title="collisions_by_boroug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458925"/>
            <a:ext cx="4001100" cy="3435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Injuries by Borough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Most collisions result in 0 injuries (median = 0)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Some boroughs (for example Brooklyn, Queens) show rare but high-injury crashes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Data has outliers, which </a:t>
            </a:r>
            <a:r>
              <a:rPr lang="en">
                <a:solidFill>
                  <a:schemeClr val="dk1"/>
                </a:solidFill>
              </a:rPr>
              <a:t>explains</a:t>
            </a:r>
            <a:r>
              <a:rPr lang="en">
                <a:solidFill>
                  <a:schemeClr val="dk1"/>
                </a:solidFill>
              </a:rPr>
              <a:t> why mean &gt; median in summary stats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3" name="Google Shape;103;p19" title="injuries_by_boroug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00" y="1459925"/>
            <a:ext cx="4057326" cy="324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Most crashes result in no injuries or fatalities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A few extreme accidents raise the accidents (skewed data)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Brooklyn and Queens have the most collisions </a:t>
            </a:r>
            <a:r>
              <a:rPr lang="en">
                <a:solidFill>
                  <a:schemeClr val="dk1"/>
                </a:solidFill>
              </a:rPr>
              <a:t>overall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Severe injury/fatal crashes are rare, but impactful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Data Matters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Road safety is a public health and policy issue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Data helps identify high-risk boroughs and areas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Insights can guide traffic law enforcement and safety campaigns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Some rows have missing borough data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Dataset may include reporting errors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Does not </a:t>
            </a:r>
            <a:r>
              <a:rPr lang="en">
                <a:solidFill>
                  <a:schemeClr val="dk1"/>
                </a:solidFill>
              </a:rPr>
              <a:t>directly</a:t>
            </a:r>
            <a:r>
              <a:rPr lang="en">
                <a:solidFill>
                  <a:schemeClr val="dk1"/>
                </a:solidFill>
              </a:rPr>
              <a:t> show causes (driver behavior, weather, etc.)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Very large dataset makes calculations slower without filtering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Analysis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Filter by year for more focused insights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Compare time of day or day of week patterns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Explore vehicle types involved in severe crashes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Use predictive models to identify risk factors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Data shows crashes are common but rarely fatal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Larger boroughs = more collisions, but not always more severe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Analysis </a:t>
            </a:r>
            <a:r>
              <a:rPr lang="en">
                <a:solidFill>
                  <a:schemeClr val="dk1"/>
                </a:solidFill>
              </a:rPr>
              <a:t>provides</a:t>
            </a:r>
            <a:r>
              <a:rPr lang="en">
                <a:solidFill>
                  <a:schemeClr val="dk1"/>
                </a:solidFill>
              </a:rPr>
              <a:t> insight for policy makes and drivers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Shows the value of data analysis in real world safety issues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